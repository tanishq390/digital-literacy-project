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2" y="2607398"/>
            <a:ext cx="8915399" cy="938712"/>
          </a:xfrm>
        </p:spPr>
        <p:txBody>
          <a:bodyPr>
            <a:noAutofit/>
          </a:bodyPr>
          <a:lstStyle/>
          <a:p>
            <a:r>
              <a:rPr lang="en-IN" sz="6500" b="1" u="sng" dirty="0" smtClean="0"/>
              <a:t>DIGITAL PORTFOLIO</a:t>
            </a:r>
            <a:endParaRPr lang="en-IN" sz="65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846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3460" y="180490"/>
            <a:ext cx="8911687" cy="878765"/>
          </a:xfrm>
        </p:spPr>
        <p:txBody>
          <a:bodyPr>
            <a:normAutofit/>
          </a:bodyPr>
          <a:lstStyle/>
          <a:p>
            <a:r>
              <a:rPr lang="en-IN" sz="2800" b="1" u="sng" dirty="0" smtClean="0"/>
              <a:t>Create accounts on a </a:t>
            </a:r>
            <a:r>
              <a:rPr lang="en-IN" sz="2800" b="1" u="sng" dirty="0" err="1" smtClean="0"/>
              <a:t>atleast</a:t>
            </a:r>
            <a:r>
              <a:rPr lang="en-IN" sz="2800" b="1" u="sng" dirty="0" smtClean="0"/>
              <a:t> 3 platforms:</a:t>
            </a:r>
            <a:endParaRPr lang="en-IN" sz="2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5470" y="982991"/>
            <a:ext cx="8915400" cy="5078304"/>
          </a:xfrm>
        </p:spPr>
        <p:txBody>
          <a:bodyPr/>
          <a:lstStyle/>
          <a:p>
            <a:r>
              <a:rPr lang="en-IN" dirty="0" smtClean="0"/>
              <a:t>                                               </a:t>
            </a:r>
            <a:r>
              <a:rPr lang="en-IN" sz="3000" b="1" u="sng" dirty="0" smtClean="0"/>
              <a:t>GITHUB</a:t>
            </a:r>
            <a:endParaRPr lang="en-IN" sz="3000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970" y="1733110"/>
            <a:ext cx="10058400" cy="473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5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6089" y="0"/>
            <a:ext cx="8911687" cy="1280890"/>
          </a:xfrm>
        </p:spPr>
        <p:txBody>
          <a:bodyPr/>
          <a:lstStyle/>
          <a:p>
            <a:r>
              <a:rPr lang="en-IN" dirty="0" smtClean="0"/>
              <a:t>         </a:t>
            </a:r>
            <a:r>
              <a:rPr lang="en-IN" sz="4000" b="1" u="sng" dirty="0" smtClean="0"/>
              <a:t>LINKDIN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05" y="769545"/>
            <a:ext cx="7188450" cy="6002447"/>
          </a:xfrm>
        </p:spPr>
      </p:pic>
    </p:spTree>
    <p:extLst>
      <p:ext uri="{BB962C8B-B14F-4D97-AF65-F5344CB8AC3E}">
        <p14:creationId xmlns:p14="http://schemas.microsoft.com/office/powerpoint/2010/main" val="3943208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662" y="0"/>
            <a:ext cx="8911687" cy="1280890"/>
          </a:xfrm>
        </p:spPr>
        <p:txBody>
          <a:bodyPr>
            <a:normAutofit/>
          </a:bodyPr>
          <a:lstStyle/>
          <a:p>
            <a:r>
              <a:rPr lang="en-IN" sz="4000" b="1" i="1" u="sng" dirty="0" smtClean="0"/>
              <a:t>STACK OVERFLOW</a:t>
            </a:r>
            <a:endParaRPr lang="en-IN" sz="4000" b="1" i="1" u="sng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756" y="1280890"/>
            <a:ext cx="8736593" cy="5364354"/>
          </a:xfrm>
        </p:spPr>
      </p:pic>
    </p:spTree>
    <p:extLst>
      <p:ext uri="{BB962C8B-B14F-4D97-AF65-F5344CB8AC3E}">
        <p14:creationId xmlns:p14="http://schemas.microsoft.com/office/powerpoint/2010/main" val="50843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32174" y="-1331439"/>
            <a:ext cx="8911687" cy="128089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81069"/>
            <a:ext cx="8915400" cy="6581870"/>
          </a:xfrm>
        </p:spPr>
        <p:txBody>
          <a:bodyPr>
            <a:noAutofit/>
          </a:bodyPr>
          <a:lstStyle/>
          <a:p>
            <a:r>
              <a:rPr lang="en-US" sz="1900" dirty="0"/>
              <a:t>For my digital portfolio, I have chosen to join three key platforms: </a:t>
            </a:r>
            <a:r>
              <a:rPr lang="en-US" sz="1900" dirty="0" err="1"/>
              <a:t>GitHub</a:t>
            </a:r>
            <a:r>
              <a:rPr lang="en-US" sz="1900" dirty="0"/>
              <a:t>, LinkedIn, and Stack Overflow. These platforms have different roles to play in developing my digital presence and helping me enhance my digital skills.</a:t>
            </a:r>
          </a:p>
          <a:p>
            <a:endParaRPr lang="en-US" sz="1900" dirty="0"/>
          </a:p>
          <a:p>
            <a:r>
              <a:rPr lang="en-US" sz="1900" dirty="0" err="1"/>
              <a:t>GitHub</a:t>
            </a:r>
            <a:r>
              <a:rPr lang="en-US" sz="1900" dirty="0"/>
              <a:t> is primarily a platform to showcase my projects, upload code, and monitor my progress in developing programming skills. This platform will help me build a robust portfolio that I can share with others. LinkedIn is primarily a platform to build a professional profile, where I can highlight my academic achievements, skills, and success. I will also be able to build a network of professionals and explore various career options. Stack Overflow is a platform that will help me enhance my knowledge by providing solutions to coding-related problems and explaining various programming concepts to me.</a:t>
            </a:r>
          </a:p>
          <a:p>
            <a:endParaRPr lang="en-US" sz="1900" dirty="0"/>
          </a:p>
          <a:p>
            <a:r>
              <a:rPr lang="en-US" sz="1900" dirty="0"/>
              <a:t>My primary objective of using these platforms is to enhance my knowledge, build my professional identity, and stay connected to the digital community. I plan to use these platforms in the future to enhance my knowledge, build a professional network, and contribute to the digital community.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6751114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</TotalTime>
  <Words>215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DIGITAL PORTFOLIO</vt:lpstr>
      <vt:lpstr>Create accounts on a atleast 3 platforms:</vt:lpstr>
      <vt:lpstr>         LINKDIN</vt:lpstr>
      <vt:lpstr>STACK OVERFLOW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PORTFOLIO</dc:title>
  <dc:creator>HP</dc:creator>
  <cp:lastModifiedBy>HP</cp:lastModifiedBy>
  <cp:revision>2</cp:revision>
  <dcterms:created xsi:type="dcterms:W3CDTF">2026-03-29T10:36:33Z</dcterms:created>
  <dcterms:modified xsi:type="dcterms:W3CDTF">2026-03-29T10:48:43Z</dcterms:modified>
</cp:coreProperties>
</file>